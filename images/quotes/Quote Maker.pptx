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5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9048-9626-2899-1E12-DB6CF5C0D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0A9CA-6875-0C6D-C6CB-5051686D7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5AFDA-891E-64BD-1D0A-D311284A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8ED2D-4F5F-3365-0583-AFB3D9BF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10BF3-6764-1F31-B407-3F94E316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1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FCA7-45FB-6536-EE6D-EDA261D5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8B682-449F-F7EC-BDA5-B5DA92261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E7E2A-C866-C2FF-5828-B33F8FC6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8E169-605A-5FE2-D0A8-884DF476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7AC1C-09A3-4D57-F668-FEBCF5FA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2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0B41-8D84-9014-1AE3-A836BD80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EAB1E-9F6E-66AE-096A-EA58255E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FA13A-87F2-9958-2D83-3B5ECE506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57996-CFAB-2467-24AB-73074E99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DC08E-ADB1-FFF8-E433-76CF043A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8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BB88-83EA-858C-E649-B6995818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D5122-ACBB-19AB-6EA4-8F1E3FEB0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E4A64-D2AE-D9A9-1EF3-F9D08C05C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98105-53F1-908C-B000-8E756714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67D1A-2D20-1495-68AE-C2050586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B3903-F168-9491-0C86-C6B01F8C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57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BFCD-D366-709C-040E-02764D04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3DDD1-4921-4FA0-57C7-FDDC449B9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4A5E4-0396-8BBE-C8E6-48F92047D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839B2-04D9-B5DC-07D9-F916AC54D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BED53-6CFE-8A44-C19C-9D335FC2F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C1027-3987-A74F-DBA6-EA8BAFB2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DE0E1-A09A-A1B7-2466-432274FF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4C695-6BE9-6187-A50B-50283EB5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2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9B4E-73BE-A1CE-CF0C-EF9447DE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9545D-1221-D3A6-CE98-200C0B7B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BFDA7-269C-3D00-3ABD-EF091F6D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A81C7-6F37-F153-A110-DE64A1C5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1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9112DF-F6DB-D7A0-F9A4-D7DA8360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A0E2B-B3B2-82D3-BA23-C6191049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A1B9-3218-673D-157B-ACAC501B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0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BF2C-7F4F-36C4-C11E-E8574F2B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40B19-3B21-9069-B197-96786690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8B5BE-A64E-F1BF-21CF-63C0291FA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E3839-DF5C-4528-B0AD-11F1F74A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7B5E4-3592-1C5F-EE10-9358D61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1B8E5-5C6C-DA22-FA91-73EC1382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8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D0C3-F42A-5A50-3BA3-826C6E22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CFCE8-C3E0-9D04-BAD2-7B77D4836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F8957-7A16-9A2D-1CB0-07A5405A8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24F9B-4A6A-2463-0339-AECC6892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70F29-FAA8-F70B-9716-9F99ED53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6CE0F-E24A-C0AE-954C-19CF0A58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0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45F3-F633-731B-D1C7-E42B5BAF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C1ED3-D58F-0D59-6EE4-3678B8C37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D530B-1CB4-C936-C18E-12BE1946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37693-92F9-1163-99A9-BEF8BC21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49231-BF14-9BEE-10EE-D98EB8D2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7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B94B17-0BAA-4482-52AF-904C03990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D21F1-CBE7-CFDA-0280-4CF0999C1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D4D6B-665C-6416-E349-B5D30F22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F4598-F0E9-6852-F2BD-074770DE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F49B8-DBF4-8D89-EC77-03E3A808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2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59B5E-18CF-1175-98F0-4CDC5F5D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00AAB-B3B7-65CA-87EF-47E3D3E6D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1CF6F-4E32-6FFE-FDCE-CEB8BFD26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4A6DB-2CFD-4181-AF33-FD29781E7E5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A1AC-C49A-F5C0-0B13-78670612C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67A3-0142-8AF2-F451-88CD9FC38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E7A55-D517-4361-819E-2AB95DCC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2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CE4D7ED-9ADC-3538-5FFE-4D5ECA1F9612}"/>
              </a:ext>
            </a:extLst>
          </p:cNvPr>
          <p:cNvGrpSpPr/>
          <p:nvPr/>
        </p:nvGrpSpPr>
        <p:grpSpPr>
          <a:xfrm>
            <a:off x="154379" y="0"/>
            <a:ext cx="12116930" cy="6741405"/>
            <a:chOff x="154379" y="0"/>
            <a:chExt cx="12116930" cy="674140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77895ED-ADC9-DE79-84AE-8E9D76F90AE6}"/>
                </a:ext>
              </a:extLst>
            </p:cNvPr>
            <p:cNvGrpSpPr/>
            <p:nvPr/>
          </p:nvGrpSpPr>
          <p:grpSpPr>
            <a:xfrm>
              <a:off x="154379" y="0"/>
              <a:ext cx="12037621" cy="5969509"/>
              <a:chOff x="154379" y="0"/>
              <a:chExt cx="12037621" cy="596950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63E56D2-AF23-62AB-4714-0B31E5164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600" r="13600"/>
              <a:stretch/>
            </p:blipFill>
            <p:spPr>
              <a:xfrm>
                <a:off x="154379" y="3232714"/>
                <a:ext cx="2736795" cy="273679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E4B815-A8E0-5F31-D0D3-A4F544E4573D}"/>
                  </a:ext>
                </a:extLst>
              </p:cNvPr>
              <p:cNvSpPr txBox="1"/>
              <p:nvPr/>
            </p:nvSpPr>
            <p:spPr>
              <a:xfrm>
                <a:off x="3819292" y="0"/>
                <a:ext cx="837270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200" b="1" dirty="0"/>
                  <a:t>Lorem Ipsum</a:t>
                </a:r>
                <a:r>
                  <a:rPr lang="en-US" sz="7200" dirty="0"/>
                  <a:t> is simply dummy text of the printing and typesetting industry.</a:t>
                </a:r>
                <a:endParaRPr lang="en-US" sz="9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939FA9-C492-7C8A-1164-26A84A8676DC}"/>
                </a:ext>
              </a:extLst>
            </p:cNvPr>
            <p:cNvSpPr txBox="1"/>
            <p:nvPr/>
          </p:nvSpPr>
          <p:spPr>
            <a:xfrm>
              <a:off x="5071562" y="5633409"/>
              <a:ext cx="719974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/>
                <a:t>- Name, Role, Org</a:t>
              </a:r>
              <a:endParaRPr lang="en-US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223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Shital Rai</dc:creator>
  <cp:lastModifiedBy>Shital Rai</cp:lastModifiedBy>
  <cp:revision>3</cp:revision>
  <dcterms:created xsi:type="dcterms:W3CDTF">2025-12-24T06:24:02Z</dcterms:created>
  <dcterms:modified xsi:type="dcterms:W3CDTF">2025-12-24T07:39:25Z</dcterms:modified>
</cp:coreProperties>
</file>